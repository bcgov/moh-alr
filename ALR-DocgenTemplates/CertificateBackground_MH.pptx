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9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657" autoAdjust="0"/>
    <p:restoredTop sz="94660"/>
  </p:normalViewPr>
  <p:slideViewPr>
    <p:cSldViewPr snapToGrid="0">
      <p:cViewPr varScale="1">
        <p:scale>
          <a:sx n="82" d="100"/>
          <a:sy n="82" d="100"/>
        </p:scale>
        <p:origin x="-20" y="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9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0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6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4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32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4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7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0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7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8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3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45857-5204-4055-BBBB-5D81F6C0DEE1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ACD8D-4601-46E6-ABDE-8A79C22B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0B70077-26EF-0BE4-CACF-8C23167A5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0"/>
            <a:ext cx="188912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 descr="A white circle with a purple border&#10;&#10;Description automatically generated">
            <a:extLst>
              <a:ext uri="{FF2B5EF4-FFF2-40B4-BE49-F238E27FC236}">
                <a16:creationId xmlns:a16="http://schemas.microsoft.com/office/drawing/2014/main" id="{34CF6E91-A6AF-2C7F-5806-7780AED32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338" y="-12007"/>
            <a:ext cx="10125076" cy="778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1FB4C2-94BC-CF42-BDE8-91663C4B5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3" y="-457200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E869F-D8EE-189B-CF7C-EB3D39F3E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248" y="12008"/>
            <a:ext cx="188849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FF7A25-630E-BABB-0D71-6D7785719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851" y="-445911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F12BCC-3697-7CB0-2BA5-CE188BFEF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73" y="-445911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930030-9863-B237-D6BD-31AFCF5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324279" y="5286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FF3DB-1D54-9425-AF80-A446AE7C3436}"/>
              </a:ext>
            </a:extLst>
          </p:cNvPr>
          <p:cNvSpPr txBox="1"/>
          <p:nvPr/>
        </p:nvSpPr>
        <p:spPr>
          <a:xfrm>
            <a:off x="6149710" y="6486412"/>
            <a:ext cx="24424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Effective Date:	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Expiry Date:	</a:t>
            </a:r>
          </a:p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Registration #: 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 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69CE67-3BC0-BEE1-A892-011A2413FCCD}"/>
              </a:ext>
            </a:extLst>
          </p:cNvPr>
          <p:cNvCxnSpPr>
            <a:cxnSpLocks/>
          </p:cNvCxnSpPr>
          <p:nvPr/>
        </p:nvCxnSpPr>
        <p:spPr>
          <a:xfrm>
            <a:off x="3096000" y="910800"/>
            <a:ext cx="6162086" cy="0"/>
          </a:xfrm>
          <a:prstGeom prst="line">
            <a:avLst/>
          </a:prstGeom>
          <a:ln>
            <a:solidFill>
              <a:srgbClr val="3B2F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B2FDA4E-6642-1EF8-1977-F04C03ED1155}"/>
              </a:ext>
            </a:extLst>
          </p:cNvPr>
          <p:cNvSpPr txBox="1"/>
          <p:nvPr/>
        </p:nvSpPr>
        <p:spPr>
          <a:xfrm>
            <a:off x="3006134" y="6909287"/>
            <a:ext cx="6207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Assisted Living Registrar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DD1A2-F913-2C20-5994-3746117834BE}"/>
              </a:ext>
            </a:extLst>
          </p:cNvPr>
          <p:cNvSpPr txBox="1"/>
          <p:nvPr/>
        </p:nvSpPr>
        <p:spPr>
          <a:xfrm>
            <a:off x="7383135" y="6478400"/>
            <a:ext cx="26836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  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CertificateEffectiveDate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      </a:t>
            </a:r>
          </a:p>
          <a:p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  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CertificateExpiryDate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</a:t>
            </a:r>
          </a:p>
          <a:p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   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CertificateId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D8A3F2-1C6B-22B4-1BD9-38839FC9A349}"/>
              </a:ext>
            </a:extLst>
          </p:cNvPr>
          <p:cNvSpPr txBox="1"/>
          <p:nvPr/>
        </p:nvSpPr>
        <p:spPr>
          <a:xfrm>
            <a:off x="3426793" y="6427723"/>
            <a:ext cx="2228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{{</a:t>
            </a:r>
            <a:r>
              <a:rPr lang="en-US" sz="14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IMG_Document_Image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}}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40069CD-B62C-1E37-725A-409E8A30370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8911" y="1583963"/>
            <a:ext cx="1049498" cy="10494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D2C10B-AE2F-04B3-E4B9-525B4034F427}"/>
              </a:ext>
            </a:extLst>
          </p:cNvPr>
          <p:cNvSpPr txBox="1"/>
          <p:nvPr/>
        </p:nvSpPr>
        <p:spPr>
          <a:xfrm>
            <a:off x="3029049" y="1123592"/>
            <a:ext cx="6177600" cy="35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19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ResidenceName</a:t>
            </a:r>
            <a:r>
              <a:rPr lang="en-US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RegistrantName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2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12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ResidenceAddress</a:t>
            </a:r>
            <a:r>
              <a:rPr lang="en-US" sz="12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endParaRPr lang="en-US" sz="1200" dirty="0">
              <a:solidFill>
                <a:srgbClr val="3B305B"/>
              </a:solidFill>
              <a:latin typeface="BC Sans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spcAft>
                <a:spcPts val="300"/>
              </a:spcAft>
            </a:pPr>
            <a:r>
              <a:rPr lang="en-US" sz="1400" dirty="0">
                <a:solidFill>
                  <a:schemeClr val="accent2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Class: {{</a:t>
            </a:r>
            <a:r>
              <a:rPr lang="en-US" sz="1400" dirty="0" err="1">
                <a:solidFill>
                  <a:schemeClr val="accent2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ResidenceClassType</a:t>
            </a:r>
            <a:r>
              <a:rPr lang="en-US" sz="1400" dirty="0">
                <a:solidFill>
                  <a:schemeClr val="accent2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50000"/>
              </a:lnSpc>
              <a:spcAft>
                <a:spcPts val="300"/>
              </a:spcAft>
            </a:pP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Number of units: 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1400" b="1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TotalUnits</a:t>
            </a: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Assisted Living Service(s): {{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Services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</a:rPr>
              <a:t>}}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1400" b="1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CONDITIONS: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{{</a:t>
            </a:r>
            <a:r>
              <a:rPr lang="en-US" sz="1400" dirty="0" err="1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ConditionAndDescription</a:t>
            </a:r>
            <a:r>
              <a:rPr lang="en-US" sz="1400" dirty="0">
                <a:solidFill>
                  <a:srgbClr val="3B305B"/>
                </a:solidFill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}} {{ConditionAndDescription1}}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9CC68B-34B1-EB7A-33EE-937880F7934D}"/>
              </a:ext>
            </a:extLst>
          </p:cNvPr>
          <p:cNvSpPr txBox="1"/>
          <p:nvPr/>
        </p:nvSpPr>
        <p:spPr>
          <a:xfrm>
            <a:off x="1512000" y="352357"/>
            <a:ext cx="8380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7330">
              <a:spcBef>
                <a:spcPts val="5"/>
              </a:spcBef>
            </a:pPr>
            <a:r>
              <a:rPr lang="en-US" sz="2200" b="1" dirty="0">
                <a:solidFill>
                  <a:srgbClr val="3B305B"/>
                </a:solidFill>
                <a:effectLst/>
                <a:latin typeface="BC Sans"/>
                <a:ea typeface="Verdana" panose="020B0604030504040204" pitchFamily="34" charset="0"/>
                <a:cs typeface="Verdana" panose="020B0604030504040204" pitchFamily="34" charset="0"/>
              </a:rPr>
              <a:t>Ministry of Health, Assisted Living Registry</a:t>
            </a:r>
          </a:p>
        </p:txBody>
      </p:sp>
    </p:spTree>
    <p:extLst>
      <p:ext uri="{BB962C8B-B14F-4D97-AF65-F5344CB8AC3E}">
        <p14:creationId xmlns:p14="http://schemas.microsoft.com/office/powerpoint/2010/main" val="1830213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ouses">
      <a:dk1>
        <a:srgbClr val="FFC000"/>
      </a:dk1>
      <a:lt1>
        <a:srgbClr val="000000"/>
      </a:lt1>
      <a:dk2>
        <a:srgbClr val="4472C4"/>
      </a:dk2>
      <a:lt2>
        <a:srgbClr val="ED7D31"/>
      </a:lt2>
      <a:accent1>
        <a:srgbClr val="1986A3"/>
      </a:accent1>
      <a:accent2>
        <a:srgbClr val="FF7F17"/>
      </a:accent2>
      <a:accent3>
        <a:srgbClr val="F24F52"/>
      </a:accent3>
      <a:accent4>
        <a:srgbClr val="67A63C"/>
      </a:accent4>
      <a:accent5>
        <a:srgbClr val="914FAB"/>
      </a:accent5>
      <a:accent6>
        <a:srgbClr val="FFFFFF"/>
      </a:accent6>
      <a:hlink>
        <a:srgbClr val="4472C4"/>
      </a:hlink>
      <a:folHlink>
        <a:srgbClr val="777777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4924</TotalTime>
  <Words>78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BC Sans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Strzelecki, Kiersten HLTH:EX</dc:creator>
  <cp:lastModifiedBy>Gundla, RanadheerReddy HLTH:EX</cp:lastModifiedBy>
  <cp:revision>65</cp:revision>
  <dcterms:created xsi:type="dcterms:W3CDTF">2023-11-23T22:37:36Z</dcterms:created>
  <dcterms:modified xsi:type="dcterms:W3CDTF">2026-07-29T19:23:13Z</dcterms:modified>
</cp:coreProperties>
</file>