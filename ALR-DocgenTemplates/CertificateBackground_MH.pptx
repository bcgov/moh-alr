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03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-17293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247696" y="1291080"/>
            <a:ext cx="6035961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442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07164" y="1681641"/>
            <a:ext cx="1181100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D2C10B-AE2F-04B3-E4B9-525B4034F427}"/>
              </a:ext>
            </a:extLst>
          </p:cNvPr>
          <p:cNvSpPr txBox="1"/>
          <p:nvPr/>
        </p:nvSpPr>
        <p:spPr>
          <a:xfrm>
            <a:off x="3580648" y="1559197"/>
            <a:ext cx="6178979" cy="2670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22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22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22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20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20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lang="en-US" sz="20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6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6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6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400" dirty="0">
                <a:solidFill>
                  <a:schemeClr val="accent2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chemeClr val="accent2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chemeClr val="accent2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 of units: 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CONDITIONS: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{{ConditionAndDescription1}}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9CC68B-34B1-EB7A-33EE-937880F7934D}"/>
              </a:ext>
            </a:extLst>
          </p:cNvPr>
          <p:cNvSpPr txBox="1"/>
          <p:nvPr/>
        </p:nvSpPr>
        <p:spPr>
          <a:xfrm>
            <a:off x="1688558" y="619732"/>
            <a:ext cx="8469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4400</TotalTime>
  <Words>78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Gundla, RanadheerReddy HLTH:EX</cp:lastModifiedBy>
  <cp:revision>59</cp:revision>
  <dcterms:created xsi:type="dcterms:W3CDTF">2023-11-23T22:37:36Z</dcterms:created>
  <dcterms:modified xsi:type="dcterms:W3CDTF">2026-05-01T01:09:06Z</dcterms:modified>
</cp:coreProperties>
</file>