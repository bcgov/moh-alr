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0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rendra Patil, Kiran" userId="bd8726b3-9de5-4981-82ea-44e4ceaf49c4" providerId="ADAL" clId="{AEC3F5A0-79AE-4B5E-8160-C5BDCC55510A}"/>
    <pc:docChg chg="modSld">
      <pc:chgData name="Narendra Patil, Kiran" userId="bd8726b3-9de5-4981-82ea-44e4ceaf49c4" providerId="ADAL" clId="{AEC3F5A0-79AE-4B5E-8160-C5BDCC55510A}" dt="2024-08-07T10:09:43.513" v="8" actId="20577"/>
      <pc:docMkLst>
        <pc:docMk/>
      </pc:docMkLst>
      <pc:sldChg chg="modSp mod">
        <pc:chgData name="Narendra Patil, Kiran" userId="bd8726b3-9de5-4981-82ea-44e4ceaf49c4" providerId="ADAL" clId="{AEC3F5A0-79AE-4B5E-8160-C5BDCC55510A}" dt="2024-08-07T10:09:43.513" v="8" actId="20577"/>
        <pc:sldMkLst>
          <pc:docMk/>
          <pc:sldMk cId="1830213082" sldId="256"/>
        </pc:sldMkLst>
        <pc:spChg chg="mod">
          <ac:chgData name="Narendra Patil, Kiran" userId="bd8726b3-9de5-4981-82ea-44e4ceaf49c4" providerId="ADAL" clId="{AEC3F5A0-79AE-4B5E-8160-C5BDCC55510A}" dt="2024-08-07T10:09:43.513" v="8" actId="20577"/>
          <ac:spMkLst>
            <pc:docMk/>
            <pc:sldMk cId="1830213082" sldId="256"/>
            <ac:spMk id="9" creationId="{2661C2CE-7AAD-2E59-A527-EDBEF23061B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6575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3" y="1695910"/>
            <a:ext cx="8732638" cy="1865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2200" b="1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7330">
              <a:spcBef>
                <a:spcPts val="685"/>
              </a:spcBef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20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7330">
              <a:spcBef>
                <a:spcPts val="685"/>
              </a:spcBef>
              <a:spcAft>
                <a:spcPts val="0"/>
              </a:spcAft>
            </a:pP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6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  <a:spcAft>
                <a:spcPts val="0"/>
              </a:spcAft>
            </a:pPr>
            <a:r>
              <a:rPr lang="en-US" sz="1400" dirty="0">
                <a:solidFill>
                  <a:srgbClr val="D15604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D15604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D15604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1400" dirty="0">
              <a:solidFill>
                <a:srgbClr val="D15604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of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units: {{</a:t>
            </a:r>
            <a:r>
              <a:rPr lang="en-US" sz="14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684421" y="676025"/>
            <a:ext cx="8469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247696" y="1291080"/>
            <a:ext cx="6035961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228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07164" y="1681641"/>
            <a:ext cx="1181100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44105" y="3722905"/>
            <a:ext cx="10993954" cy="1212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endParaRPr lang="en-US" sz="800" dirty="0">
              <a:solidFill>
                <a:srgbClr val="3B305B"/>
              </a:solidFill>
              <a:latin typeface="BC Sans"/>
              <a:ea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CONDITIONS: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 {{ConditionAndDescription1}}</a:t>
            </a:r>
            <a:endParaRPr lang="en-CA" sz="800" dirty="0"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4187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Jeenru, Nikhil</cp:lastModifiedBy>
  <cp:revision>45</cp:revision>
  <dcterms:created xsi:type="dcterms:W3CDTF">2023-11-23T22:37:36Z</dcterms:created>
  <dcterms:modified xsi:type="dcterms:W3CDTF">2025-09-02T22:09:22Z</dcterms:modified>
</cp:coreProperties>
</file>