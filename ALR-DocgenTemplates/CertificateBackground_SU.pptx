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0058400" cy="7772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69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3657" autoAdjust="0"/>
    <p:restoredTop sz="94660"/>
  </p:normalViewPr>
  <p:slideViewPr>
    <p:cSldViewPr snapToGrid="0">
      <p:cViewPr varScale="1">
        <p:scale>
          <a:sx n="73" d="100"/>
          <a:sy n="73" d="100"/>
        </p:scale>
        <p:origin x="203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rendra Patil, Kiran" userId="bd8726b3-9de5-4981-82ea-44e4ceaf49c4" providerId="ADAL" clId="{AEC3F5A0-79AE-4B5E-8160-C5BDCC55510A}"/>
    <pc:docChg chg="modSld">
      <pc:chgData name="Narendra Patil, Kiran" userId="bd8726b3-9de5-4981-82ea-44e4ceaf49c4" providerId="ADAL" clId="{AEC3F5A0-79AE-4B5E-8160-C5BDCC55510A}" dt="2024-08-07T10:09:43.513" v="8" actId="20577"/>
      <pc:docMkLst>
        <pc:docMk/>
      </pc:docMkLst>
      <pc:sldChg chg="modSp mod">
        <pc:chgData name="Narendra Patil, Kiran" userId="bd8726b3-9de5-4981-82ea-44e4ceaf49c4" providerId="ADAL" clId="{AEC3F5A0-79AE-4B5E-8160-C5BDCC55510A}" dt="2024-08-07T10:09:43.513" v="8" actId="20577"/>
        <pc:sldMkLst>
          <pc:docMk/>
          <pc:sldMk cId="1830213082" sldId="256"/>
        </pc:sldMkLst>
        <pc:spChg chg="mod">
          <ac:chgData name="Narendra Patil, Kiran" userId="bd8726b3-9de5-4981-82ea-44e4ceaf49c4" providerId="ADAL" clId="{AEC3F5A0-79AE-4B5E-8160-C5BDCC55510A}" dt="2024-08-07T10:09:43.513" v="8" actId="20577"/>
          <ac:spMkLst>
            <pc:docMk/>
            <pc:sldMk cId="1830213082" sldId="256"/>
            <ac:spMk id="9" creationId="{2661C2CE-7AAD-2E59-A527-EDBEF23061B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1272011"/>
            <a:ext cx="8549640" cy="2705947"/>
          </a:xfrm>
        </p:spPr>
        <p:txBody>
          <a:bodyPr anchor="b"/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1876530"/>
          </a:xfrm>
        </p:spPr>
        <p:txBody>
          <a:bodyPr/>
          <a:lstStyle>
            <a:lvl1pPr marL="0" indent="0" algn="ctr">
              <a:buNone/>
              <a:defRPr sz="2640"/>
            </a:lvl1pPr>
            <a:lvl2pPr marL="502920" indent="0" algn="ctr">
              <a:buNone/>
              <a:defRPr sz="2200"/>
            </a:lvl2pPr>
            <a:lvl3pPr marL="1005840" indent="0" algn="ctr">
              <a:buNone/>
              <a:defRPr sz="1980"/>
            </a:lvl3pPr>
            <a:lvl4pPr marL="1508760" indent="0" algn="ctr">
              <a:buNone/>
              <a:defRPr sz="1760"/>
            </a:lvl4pPr>
            <a:lvl5pPr marL="2011680" indent="0" algn="ctr">
              <a:buNone/>
              <a:defRPr sz="1760"/>
            </a:lvl5pPr>
            <a:lvl6pPr marL="2514600" indent="0" algn="ctr">
              <a:buNone/>
              <a:defRPr sz="1760"/>
            </a:lvl6pPr>
            <a:lvl7pPr marL="3017520" indent="0" algn="ctr">
              <a:buNone/>
              <a:defRPr sz="1760"/>
            </a:lvl7pPr>
            <a:lvl8pPr marL="3520440" indent="0" algn="ctr">
              <a:buNone/>
              <a:defRPr sz="1760"/>
            </a:lvl8pPr>
            <a:lvl9pPr marL="4023360" indent="0" algn="ctr">
              <a:buNone/>
              <a:defRPr sz="17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45857-5204-4055-BBBB-5D81F6C0DEE1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ACD8D-4601-46E6-ABDE-8A79C22BF6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894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45857-5204-4055-BBBB-5D81F6C0DEE1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ACD8D-4601-46E6-ABDE-8A79C22BF6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801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1937705"/>
            <a:ext cx="8675370" cy="3233102"/>
          </a:xfrm>
        </p:spPr>
        <p:txBody>
          <a:bodyPr anchor="b"/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5201393"/>
            <a:ext cx="8675370" cy="1700212"/>
          </a:xfrm>
        </p:spPr>
        <p:txBody>
          <a:bodyPr/>
          <a:lstStyle>
            <a:lvl1pPr marL="0" indent="0">
              <a:buNone/>
              <a:defRPr sz="2640">
                <a:solidFill>
                  <a:schemeClr val="tx1"/>
                </a:solidFill>
              </a:defRPr>
            </a:lvl1pPr>
            <a:lvl2pPr marL="50292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1005840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3pPr>
            <a:lvl4pPr marL="150876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4pPr>
            <a:lvl5pPr marL="201168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5pPr>
            <a:lvl6pPr marL="251460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6pPr>
            <a:lvl7pPr marL="301752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7pPr>
            <a:lvl8pPr marL="352044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8pPr>
            <a:lvl9pPr marL="402336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45857-5204-4055-BBBB-5D81F6C0DEE1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ACD8D-4601-46E6-ABDE-8A79C22BF6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4650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45857-5204-4055-BBBB-5D81F6C0DEE1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ACD8D-4601-46E6-ABDE-8A79C22BF6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344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13810"/>
            <a:ext cx="8675370" cy="1502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1905318"/>
            <a:ext cx="4255174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2839085"/>
            <a:ext cx="4255174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1905318"/>
            <a:ext cx="4276130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2839085"/>
            <a:ext cx="4276130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45857-5204-4055-BBBB-5D81F6C0DEE1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ACD8D-4601-46E6-ABDE-8A79C22BF6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2322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45857-5204-4055-BBBB-5D81F6C0DEE1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ACD8D-4601-46E6-ABDE-8A79C22BF6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149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45857-5204-4055-BBBB-5D81F6C0DEE1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ACD8D-4601-46E6-ABDE-8A79C22BF6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774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1119083"/>
            <a:ext cx="5092065" cy="5523442"/>
          </a:xfrm>
        </p:spPr>
        <p:txBody>
          <a:bodyPr/>
          <a:lstStyle>
            <a:lvl1pPr>
              <a:defRPr sz="3520"/>
            </a:lvl1pPr>
            <a:lvl2pPr>
              <a:defRPr sz="3080"/>
            </a:lvl2pPr>
            <a:lvl3pPr>
              <a:defRPr sz="264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45857-5204-4055-BBBB-5D81F6C0DEE1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ACD8D-4601-46E6-ABDE-8A79C22BF6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704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1119083"/>
            <a:ext cx="5092065" cy="5523442"/>
          </a:xfrm>
        </p:spPr>
        <p:txBody>
          <a:bodyPr anchor="t"/>
          <a:lstStyle>
            <a:lvl1pPr marL="0" indent="0">
              <a:buNone/>
              <a:defRPr sz="3520"/>
            </a:lvl1pPr>
            <a:lvl2pPr marL="502920" indent="0">
              <a:buNone/>
              <a:defRPr sz="3080"/>
            </a:lvl2pPr>
            <a:lvl3pPr marL="1005840" indent="0">
              <a:buNone/>
              <a:defRPr sz="2640"/>
            </a:lvl3pPr>
            <a:lvl4pPr marL="1508760" indent="0">
              <a:buNone/>
              <a:defRPr sz="2200"/>
            </a:lvl4pPr>
            <a:lvl5pPr marL="2011680" indent="0">
              <a:buNone/>
              <a:defRPr sz="2200"/>
            </a:lvl5pPr>
            <a:lvl6pPr marL="2514600" indent="0">
              <a:buNone/>
              <a:defRPr sz="2200"/>
            </a:lvl6pPr>
            <a:lvl7pPr marL="3017520" indent="0">
              <a:buNone/>
              <a:defRPr sz="2200"/>
            </a:lvl7pPr>
            <a:lvl8pPr marL="3520440" indent="0">
              <a:buNone/>
              <a:defRPr sz="2200"/>
            </a:lvl8pPr>
            <a:lvl9pPr marL="4023360" indent="0">
              <a:buNone/>
              <a:defRPr sz="2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45857-5204-4055-BBBB-5D81F6C0DEE1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ACD8D-4601-46E6-ABDE-8A79C22BF6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878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45857-5204-4055-BBBB-5D81F6C0DEE1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ACD8D-4601-46E6-ABDE-8A79C22BF6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485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3" y="413808"/>
            <a:ext cx="2168843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413808"/>
            <a:ext cx="6380798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45857-5204-4055-BBBB-5D81F6C0DEE1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ACD8D-4601-46E6-ABDE-8A79C22BF6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437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413810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C45857-5204-4055-BBBB-5D81F6C0DEE1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2ACD8D-4601-46E6-ABDE-8A79C22BF6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4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05840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60" indent="-251460" algn="l" defTabSz="100584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2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314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606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9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9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8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7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68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5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4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3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80B70077-26EF-0BE4-CACF-8C23167A51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38" y="0"/>
            <a:ext cx="1889125" cy="178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9" name="Picture 1" descr="A white circle with a purple border&#10;&#10;Description automatically generated">
            <a:extLst>
              <a:ext uri="{FF2B5EF4-FFF2-40B4-BE49-F238E27FC236}">
                <a16:creationId xmlns:a16="http://schemas.microsoft.com/office/drawing/2014/main" id="{34CF6E91-A6AF-2C7F-5806-7780AED32A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7248" y="16575"/>
            <a:ext cx="10125076" cy="7784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01FB4C2-94BC-CF42-BDE8-91663C4B5B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9163" y="-457200"/>
            <a:ext cx="10058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3E869F-D8EE-189B-CF7C-EB3D39F3E0D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7248" y="12008"/>
            <a:ext cx="1888490" cy="17811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5FF7A25-630E-BABB-0D71-6D77857191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851" y="-445911"/>
            <a:ext cx="10058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F12BCC-3697-7CB0-2BA5-CE188BFEFE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273" y="-445911"/>
            <a:ext cx="10058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8930030-9863-B237-D6BD-31AFCF5E87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324279" y="5286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61C2CE-7AAD-2E59-A527-EDBEF23061BD}"/>
              </a:ext>
            </a:extLst>
          </p:cNvPr>
          <p:cNvSpPr txBox="1"/>
          <p:nvPr/>
        </p:nvSpPr>
        <p:spPr>
          <a:xfrm>
            <a:off x="2154614" y="1695910"/>
            <a:ext cx="79996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97330">
              <a:spcBef>
                <a:spcPts val="5"/>
              </a:spcBef>
            </a:pPr>
            <a:endParaRPr lang="en-US" sz="1400" dirty="0">
              <a:solidFill>
                <a:srgbClr val="3B305B"/>
              </a:solidFill>
              <a:effectLst/>
              <a:latin typeface="BC Sans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EFC51F-4E8E-3399-8BFC-6415F21F1C0F}"/>
              </a:ext>
            </a:extLst>
          </p:cNvPr>
          <p:cNvSpPr txBox="1"/>
          <p:nvPr/>
        </p:nvSpPr>
        <p:spPr>
          <a:xfrm>
            <a:off x="1684421" y="676025"/>
            <a:ext cx="846985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97330">
              <a:spcBef>
                <a:spcPts val="5"/>
              </a:spcBef>
            </a:pPr>
            <a:r>
              <a:rPr lang="en-US" sz="2200" b="1" dirty="0">
                <a:solidFill>
                  <a:srgbClr val="3B305B"/>
                </a:solidFill>
                <a:effectLst/>
                <a:latin typeface="BC Sans"/>
                <a:ea typeface="Verdana" panose="020B0604030504040204" pitchFamily="34" charset="0"/>
                <a:cs typeface="Verdana" panose="020B0604030504040204" pitchFamily="34" charset="0"/>
              </a:rPr>
              <a:t>Ministry of Health, Assisted Living Registry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9FF3DB-1D54-9425-AF80-A446AE7C3436}"/>
              </a:ext>
            </a:extLst>
          </p:cNvPr>
          <p:cNvSpPr txBox="1"/>
          <p:nvPr/>
        </p:nvSpPr>
        <p:spPr>
          <a:xfrm>
            <a:off x="6149710" y="6486412"/>
            <a:ext cx="244241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3B305B"/>
                </a:solidFill>
                <a:latin typeface="BC Sans"/>
                <a:ea typeface="Verdana" panose="020B0604030504040204" pitchFamily="34" charset="0"/>
                <a:cs typeface="Verdana" panose="020B0604030504040204" pitchFamily="34" charset="0"/>
              </a:rPr>
              <a:t>Effective Date:	</a:t>
            </a:r>
            <a:r>
              <a:rPr lang="en-US" sz="1400" b="1" dirty="0">
                <a:solidFill>
                  <a:srgbClr val="3B305B"/>
                </a:solidFill>
                <a:latin typeface="BC Sans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r>
              <a:rPr lang="en-US" sz="1400" dirty="0">
                <a:solidFill>
                  <a:srgbClr val="3B305B"/>
                </a:solidFill>
                <a:latin typeface="BC Sans"/>
                <a:ea typeface="Verdana" panose="020B0604030504040204" pitchFamily="34" charset="0"/>
                <a:cs typeface="Verdana" panose="020B0604030504040204" pitchFamily="34" charset="0"/>
              </a:rPr>
              <a:t>Expiry Date:	</a:t>
            </a:r>
          </a:p>
          <a:p>
            <a:r>
              <a:rPr lang="en-US" sz="1400" dirty="0">
                <a:solidFill>
                  <a:srgbClr val="3B305B"/>
                </a:solidFill>
                <a:latin typeface="BC Sans"/>
                <a:ea typeface="Verdana" panose="020B0604030504040204" pitchFamily="34" charset="0"/>
                <a:cs typeface="Verdana" panose="020B0604030504040204" pitchFamily="34" charset="0"/>
              </a:rPr>
              <a:t>Registration #: </a:t>
            </a:r>
            <a:r>
              <a:rPr lang="en-US" sz="1400" b="1" dirty="0">
                <a:solidFill>
                  <a:srgbClr val="3B305B"/>
                </a:solidFill>
                <a:latin typeface="BC Sans"/>
                <a:ea typeface="Verdana" panose="020B0604030504040204" pitchFamily="34" charset="0"/>
                <a:cs typeface="Verdana" panose="020B0604030504040204" pitchFamily="34" charset="0"/>
              </a:rPr>
              <a:t>  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E69CE67-3BC0-BEE1-A892-011A2413FCCD}"/>
              </a:ext>
            </a:extLst>
          </p:cNvPr>
          <p:cNvCxnSpPr>
            <a:cxnSpLocks/>
          </p:cNvCxnSpPr>
          <p:nvPr/>
        </p:nvCxnSpPr>
        <p:spPr>
          <a:xfrm>
            <a:off x="3246120" y="1289304"/>
            <a:ext cx="6035040" cy="0"/>
          </a:xfrm>
          <a:prstGeom prst="line">
            <a:avLst/>
          </a:prstGeom>
          <a:ln>
            <a:solidFill>
              <a:srgbClr val="3B2F5B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B2FDA4E-6642-1EF8-1977-F04C03ED1155}"/>
              </a:ext>
            </a:extLst>
          </p:cNvPr>
          <p:cNvSpPr txBox="1"/>
          <p:nvPr/>
        </p:nvSpPr>
        <p:spPr>
          <a:xfrm>
            <a:off x="3006134" y="6909287"/>
            <a:ext cx="62079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3B305B"/>
                </a:solidFill>
                <a:latin typeface="BC Sans"/>
                <a:ea typeface="Verdana" panose="020B0604030504040204" pitchFamily="34" charset="0"/>
                <a:cs typeface="Verdana" panose="020B0604030504040204" pitchFamily="34" charset="0"/>
              </a:rPr>
              <a:t>Assisted Living Registrar 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5DD1A2-F913-2C20-5994-3746117834BE}"/>
              </a:ext>
            </a:extLst>
          </p:cNvPr>
          <p:cNvSpPr txBox="1"/>
          <p:nvPr/>
        </p:nvSpPr>
        <p:spPr>
          <a:xfrm>
            <a:off x="7383135" y="6478400"/>
            <a:ext cx="268361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3B305B"/>
                </a:solidFill>
                <a:latin typeface="BC Sans"/>
                <a:ea typeface="Verdana" panose="020B0604030504040204" pitchFamily="34" charset="0"/>
                <a:cs typeface="Verdana" panose="020B0604030504040204" pitchFamily="34" charset="0"/>
              </a:rPr>
              <a:t>  {{</a:t>
            </a:r>
            <a:r>
              <a:rPr lang="en-US" sz="1400" b="1" dirty="0" err="1">
                <a:solidFill>
                  <a:srgbClr val="3B305B"/>
                </a:solidFill>
                <a:latin typeface="BC Sans"/>
                <a:ea typeface="Verdana" panose="020B0604030504040204" pitchFamily="34" charset="0"/>
                <a:cs typeface="Verdana" panose="020B0604030504040204" pitchFamily="34" charset="0"/>
              </a:rPr>
              <a:t>CertificateEffectiveDate</a:t>
            </a:r>
            <a:r>
              <a:rPr lang="en-US" sz="1400" b="1" dirty="0">
                <a:solidFill>
                  <a:srgbClr val="3B305B"/>
                </a:solidFill>
                <a:latin typeface="BC Sans"/>
                <a:ea typeface="Verdana" panose="020B0604030504040204" pitchFamily="34" charset="0"/>
                <a:cs typeface="Verdana" panose="020B0604030504040204" pitchFamily="34" charset="0"/>
              </a:rPr>
              <a:t>}}       </a:t>
            </a:r>
          </a:p>
          <a:p>
            <a:r>
              <a:rPr lang="en-US" sz="1400" b="1" dirty="0">
                <a:solidFill>
                  <a:srgbClr val="3B305B"/>
                </a:solidFill>
                <a:latin typeface="BC Sans"/>
                <a:ea typeface="Verdana" panose="020B0604030504040204" pitchFamily="34" charset="0"/>
                <a:cs typeface="Verdana" panose="020B0604030504040204" pitchFamily="34" charset="0"/>
              </a:rPr>
              <a:t>   {{</a:t>
            </a:r>
            <a:r>
              <a:rPr lang="en-US" sz="1400" b="1" dirty="0" err="1">
                <a:solidFill>
                  <a:srgbClr val="3B305B"/>
                </a:solidFill>
                <a:latin typeface="BC Sans"/>
                <a:ea typeface="Verdana" panose="020B0604030504040204" pitchFamily="34" charset="0"/>
                <a:cs typeface="Verdana" panose="020B0604030504040204" pitchFamily="34" charset="0"/>
              </a:rPr>
              <a:t>CertificateExpiryDate</a:t>
            </a:r>
            <a:r>
              <a:rPr lang="en-US" sz="1400" b="1" dirty="0">
                <a:solidFill>
                  <a:srgbClr val="3B305B"/>
                </a:solidFill>
                <a:latin typeface="BC Sans"/>
                <a:ea typeface="Verdana" panose="020B0604030504040204" pitchFamily="34" charset="0"/>
                <a:cs typeface="Verdana" panose="020B0604030504040204" pitchFamily="34" charset="0"/>
              </a:rPr>
              <a:t>}} </a:t>
            </a:r>
          </a:p>
          <a:p>
            <a:r>
              <a:rPr lang="en-US" sz="1400" b="1" dirty="0">
                <a:solidFill>
                  <a:srgbClr val="3B305B"/>
                </a:solidFill>
                <a:latin typeface="BC Sans"/>
                <a:ea typeface="Verdana" panose="020B0604030504040204" pitchFamily="34" charset="0"/>
                <a:cs typeface="Verdana" panose="020B0604030504040204" pitchFamily="34" charset="0"/>
              </a:rPr>
              <a:t>   {{</a:t>
            </a:r>
            <a:r>
              <a:rPr lang="en-US" sz="1400" b="1" dirty="0" err="1">
                <a:solidFill>
                  <a:srgbClr val="3B305B"/>
                </a:solidFill>
                <a:latin typeface="BC Sans"/>
                <a:ea typeface="Verdana" panose="020B0604030504040204" pitchFamily="34" charset="0"/>
                <a:cs typeface="Verdana" panose="020B0604030504040204" pitchFamily="34" charset="0"/>
              </a:rPr>
              <a:t>CertificateId</a:t>
            </a:r>
            <a:r>
              <a:rPr lang="en-US" sz="1400" b="1" dirty="0">
                <a:solidFill>
                  <a:srgbClr val="3B305B"/>
                </a:solidFill>
                <a:latin typeface="BC Sans"/>
                <a:ea typeface="Verdana" panose="020B0604030504040204" pitchFamily="34" charset="0"/>
                <a:cs typeface="Verdana" panose="020B0604030504040204" pitchFamily="34" charset="0"/>
              </a:rPr>
              <a:t>}}  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7D8A3F2-1C6B-22B4-1BD9-38839FC9A349}"/>
              </a:ext>
            </a:extLst>
          </p:cNvPr>
          <p:cNvSpPr txBox="1"/>
          <p:nvPr/>
        </p:nvSpPr>
        <p:spPr>
          <a:xfrm>
            <a:off x="3426793" y="6427723"/>
            <a:ext cx="24424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3B305B"/>
                </a:solidFill>
                <a:latin typeface="BC Sans"/>
                <a:ea typeface="Verdana" panose="020B0604030504040204" pitchFamily="34" charset="0"/>
              </a:rPr>
              <a:t>{{</a:t>
            </a:r>
            <a:r>
              <a:rPr lang="en-US" sz="1400" dirty="0" err="1">
                <a:solidFill>
                  <a:srgbClr val="3B305B"/>
                </a:solidFill>
                <a:latin typeface="BC Sans"/>
                <a:ea typeface="Verdana" panose="020B0604030504040204" pitchFamily="34" charset="0"/>
              </a:rPr>
              <a:t>IMG_Document_Image</a:t>
            </a:r>
            <a:r>
              <a:rPr lang="en-US" sz="1400" dirty="0">
                <a:solidFill>
                  <a:srgbClr val="3B305B"/>
                </a:solidFill>
                <a:latin typeface="BC Sans"/>
                <a:ea typeface="Verdana" panose="020B0604030504040204" pitchFamily="34" charset="0"/>
              </a:rPr>
              <a:t>}}</a:t>
            </a:r>
          </a:p>
          <a:p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16" name="Picture 1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40069CD-B62C-1E37-725A-409E8A30370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207164" y="1681641"/>
            <a:ext cx="11811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987C2DB-75E9-BC61-A004-3493C73FB218}"/>
              </a:ext>
            </a:extLst>
          </p:cNvPr>
          <p:cNvSpPr txBox="1"/>
          <p:nvPr/>
        </p:nvSpPr>
        <p:spPr>
          <a:xfrm>
            <a:off x="3580648" y="1559197"/>
            <a:ext cx="6178979" cy="2670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en-US" sz="2200" b="1" dirty="0">
                <a:solidFill>
                  <a:srgbClr val="3B305B"/>
                </a:solidFill>
                <a:latin typeface="BC Sans"/>
                <a:ea typeface="Verdana" panose="020B0604030504040204" pitchFamily="34" charset="0"/>
                <a:cs typeface="Verdana" panose="020B0604030504040204" pitchFamily="34" charset="0"/>
              </a:rPr>
              <a:t>{{</a:t>
            </a:r>
            <a:r>
              <a:rPr lang="en-US" sz="2200" b="1" dirty="0" err="1">
                <a:solidFill>
                  <a:srgbClr val="3B305B"/>
                </a:solidFill>
                <a:latin typeface="BC Sans"/>
                <a:ea typeface="Verdana" panose="020B0604030504040204" pitchFamily="34" charset="0"/>
                <a:cs typeface="Verdana" panose="020B0604030504040204" pitchFamily="34" charset="0"/>
              </a:rPr>
              <a:t>ResidenceName</a:t>
            </a:r>
            <a:r>
              <a:rPr lang="en-US" sz="2200" b="1" dirty="0">
                <a:solidFill>
                  <a:srgbClr val="3B305B"/>
                </a:solidFill>
                <a:latin typeface="BC Sans"/>
                <a:ea typeface="Verdana" panose="020B0604030504040204" pitchFamily="34" charset="0"/>
                <a:cs typeface="Verdana" panose="020B0604030504040204" pitchFamily="34" charset="0"/>
              </a:rPr>
              <a:t>}}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en-US" sz="2000" b="1" dirty="0">
                <a:solidFill>
                  <a:srgbClr val="3B305B"/>
                </a:solidFill>
                <a:latin typeface="BC Sans"/>
                <a:ea typeface="Verdana" panose="020B0604030504040204" pitchFamily="34" charset="0"/>
                <a:cs typeface="Verdana" panose="020B0604030504040204" pitchFamily="34" charset="0"/>
              </a:rPr>
              <a:t>{{</a:t>
            </a:r>
            <a:r>
              <a:rPr lang="en-US" sz="2000" b="1" dirty="0" err="1">
                <a:solidFill>
                  <a:srgbClr val="3B305B"/>
                </a:solidFill>
                <a:latin typeface="BC Sans"/>
                <a:ea typeface="Verdana" panose="020B0604030504040204" pitchFamily="34" charset="0"/>
                <a:cs typeface="Verdana" panose="020B0604030504040204" pitchFamily="34" charset="0"/>
              </a:rPr>
              <a:t>RegistrantName</a:t>
            </a:r>
            <a:r>
              <a:rPr lang="en-US" sz="2000" b="1" dirty="0">
                <a:solidFill>
                  <a:srgbClr val="3B305B"/>
                </a:solidFill>
                <a:latin typeface="BC Sans"/>
                <a:ea typeface="Verdana" panose="020B0604030504040204" pitchFamily="34" charset="0"/>
                <a:cs typeface="Verdana" panose="020B0604030504040204" pitchFamily="34" charset="0"/>
              </a:rPr>
              <a:t>}}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en-US" sz="1600" dirty="0">
                <a:solidFill>
                  <a:srgbClr val="3B305B"/>
                </a:solidFill>
                <a:latin typeface="BC Sans"/>
                <a:ea typeface="Verdana" panose="020B0604030504040204" pitchFamily="34" charset="0"/>
                <a:cs typeface="Verdana" panose="020B0604030504040204" pitchFamily="34" charset="0"/>
              </a:rPr>
              <a:t>{{</a:t>
            </a:r>
            <a:r>
              <a:rPr lang="en-US" sz="1600" dirty="0" err="1">
                <a:solidFill>
                  <a:srgbClr val="3B305B"/>
                </a:solidFill>
                <a:latin typeface="BC Sans"/>
                <a:ea typeface="Verdana" panose="020B0604030504040204" pitchFamily="34" charset="0"/>
                <a:cs typeface="Verdana" panose="020B0604030504040204" pitchFamily="34" charset="0"/>
              </a:rPr>
              <a:t>ResidenceAddress</a:t>
            </a:r>
            <a:r>
              <a:rPr lang="en-US" sz="1600" dirty="0">
                <a:solidFill>
                  <a:srgbClr val="3B305B"/>
                </a:solidFill>
                <a:latin typeface="BC Sans"/>
                <a:ea typeface="Verdana" panose="020B0604030504040204" pitchFamily="34" charset="0"/>
                <a:cs typeface="Verdana" panose="020B0604030504040204" pitchFamily="34" charset="0"/>
              </a:rPr>
              <a:t>}}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en-US" sz="1400" dirty="0">
                <a:solidFill>
                  <a:srgbClr val="C00000"/>
                </a:solidFill>
                <a:latin typeface="BC Sans"/>
                <a:ea typeface="Verdana" panose="020B0604030504040204" pitchFamily="34" charset="0"/>
                <a:cs typeface="Verdana" panose="020B0604030504040204" pitchFamily="34" charset="0"/>
              </a:rPr>
              <a:t>Class: {{</a:t>
            </a:r>
            <a:r>
              <a:rPr lang="en-US" sz="1400" dirty="0" err="1">
                <a:solidFill>
                  <a:srgbClr val="C00000"/>
                </a:solidFill>
                <a:latin typeface="BC Sans"/>
                <a:ea typeface="Verdana" panose="020B0604030504040204" pitchFamily="34" charset="0"/>
                <a:cs typeface="Verdana" panose="020B0604030504040204" pitchFamily="34" charset="0"/>
              </a:rPr>
              <a:t>ResidenceClassType</a:t>
            </a:r>
            <a:r>
              <a:rPr lang="en-US" sz="1400" dirty="0">
                <a:solidFill>
                  <a:srgbClr val="C00000"/>
                </a:solidFill>
                <a:latin typeface="BC Sans"/>
                <a:ea typeface="Verdana" panose="020B0604030504040204" pitchFamily="34" charset="0"/>
                <a:cs typeface="Verdana" panose="020B0604030504040204" pitchFamily="34" charset="0"/>
              </a:rPr>
              <a:t>}}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en-US" sz="1400" dirty="0">
                <a:solidFill>
                  <a:srgbClr val="3B305B"/>
                </a:solidFill>
                <a:latin typeface="BC Sans"/>
                <a:ea typeface="Verdana" panose="020B0604030504040204" pitchFamily="34" charset="0"/>
                <a:cs typeface="Verdana" panose="020B0604030504040204" pitchFamily="34" charset="0"/>
              </a:rPr>
              <a:t>Number of units: {{</a:t>
            </a:r>
            <a:r>
              <a:rPr lang="en-US" sz="1400" dirty="0" err="1">
                <a:solidFill>
                  <a:srgbClr val="3B305B"/>
                </a:solidFill>
                <a:latin typeface="BC Sans"/>
                <a:ea typeface="Verdana" panose="020B0604030504040204" pitchFamily="34" charset="0"/>
                <a:cs typeface="Verdana" panose="020B0604030504040204" pitchFamily="34" charset="0"/>
              </a:rPr>
              <a:t>TotalUnits</a:t>
            </a:r>
            <a:r>
              <a:rPr lang="en-US" sz="1400" dirty="0">
                <a:solidFill>
                  <a:srgbClr val="3B305B"/>
                </a:solidFill>
                <a:latin typeface="BC Sans"/>
                <a:ea typeface="Verdana" panose="020B0604030504040204" pitchFamily="34" charset="0"/>
                <a:cs typeface="Verdana" panose="020B0604030504040204" pitchFamily="34" charset="0"/>
              </a:rPr>
              <a:t>}}</a:t>
            </a:r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</a:pPr>
            <a:r>
              <a:rPr lang="en-US" sz="1400" dirty="0">
                <a:solidFill>
                  <a:srgbClr val="3B305B"/>
                </a:solidFill>
                <a:latin typeface="BC Sans"/>
                <a:ea typeface="Verdana" panose="020B0604030504040204" pitchFamily="34" charset="0"/>
              </a:rPr>
              <a:t>Assisted Living Service(s): {{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Services</a:t>
            </a:r>
            <a:r>
              <a:rPr lang="en-US" sz="1400" dirty="0">
                <a:solidFill>
                  <a:srgbClr val="3B305B"/>
                </a:solidFill>
                <a:latin typeface="BC Sans"/>
                <a:ea typeface="Verdana" panose="020B0604030504040204" pitchFamily="34" charset="0"/>
              </a:rPr>
              <a:t>}}</a:t>
            </a:r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</a:pPr>
            <a:r>
              <a:rPr lang="en-US" sz="1400" b="1" dirty="0">
                <a:solidFill>
                  <a:srgbClr val="3B305B"/>
                </a:solidFill>
                <a:latin typeface="BC Sans"/>
                <a:ea typeface="Verdana" panose="020B0604030504040204" pitchFamily="34" charset="0"/>
                <a:cs typeface="Verdana" panose="020B0604030504040204" pitchFamily="34" charset="0"/>
              </a:rPr>
              <a:t>CONDITIONS: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en-US" sz="1400" dirty="0">
                <a:solidFill>
                  <a:srgbClr val="3B305B"/>
                </a:solidFill>
                <a:latin typeface="BC Sans"/>
                <a:ea typeface="Verdana" panose="020B0604030504040204" pitchFamily="34" charset="0"/>
                <a:cs typeface="Verdana" panose="020B0604030504040204" pitchFamily="34" charset="0"/>
              </a:rPr>
              <a:t>{{</a:t>
            </a:r>
            <a:r>
              <a:rPr lang="en-US" sz="1400" dirty="0" err="1">
                <a:solidFill>
                  <a:srgbClr val="3B305B"/>
                </a:solidFill>
                <a:latin typeface="BC Sans"/>
                <a:ea typeface="Verdana" panose="020B0604030504040204" pitchFamily="34" charset="0"/>
                <a:cs typeface="Verdana" panose="020B0604030504040204" pitchFamily="34" charset="0"/>
              </a:rPr>
              <a:t>ConditionAndDescription</a:t>
            </a:r>
            <a:r>
              <a:rPr lang="en-US" sz="1400" dirty="0">
                <a:solidFill>
                  <a:srgbClr val="3B305B"/>
                </a:solidFill>
                <a:latin typeface="BC Sans"/>
                <a:ea typeface="Verdana" panose="020B0604030504040204" pitchFamily="34" charset="0"/>
                <a:cs typeface="Verdana" panose="020B0604030504040204" pitchFamily="34" charset="0"/>
              </a:rPr>
              <a:t>}} {{ConditionAndDescription1}}</a:t>
            </a:r>
          </a:p>
        </p:txBody>
      </p:sp>
    </p:spTree>
    <p:extLst>
      <p:ext uri="{BB962C8B-B14F-4D97-AF65-F5344CB8AC3E}">
        <p14:creationId xmlns:p14="http://schemas.microsoft.com/office/powerpoint/2010/main" val="18302130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Houses">
      <a:dk1>
        <a:srgbClr val="FFC000"/>
      </a:dk1>
      <a:lt1>
        <a:srgbClr val="000000"/>
      </a:lt1>
      <a:dk2>
        <a:srgbClr val="4472C4"/>
      </a:dk2>
      <a:lt2>
        <a:srgbClr val="ED7D31"/>
      </a:lt2>
      <a:accent1>
        <a:srgbClr val="1986A3"/>
      </a:accent1>
      <a:accent2>
        <a:srgbClr val="FF7F17"/>
      </a:accent2>
      <a:accent3>
        <a:srgbClr val="F24F52"/>
      </a:accent3>
      <a:accent4>
        <a:srgbClr val="67A63C"/>
      </a:accent4>
      <a:accent5>
        <a:srgbClr val="914FAB"/>
      </a:accent5>
      <a:accent6>
        <a:srgbClr val="FFFFFF"/>
      </a:accent6>
      <a:hlink>
        <a:srgbClr val="4472C4"/>
      </a:hlink>
      <a:folHlink>
        <a:srgbClr val="777777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d9290083-bd2f-48a2-8ac5-09a524b17d15}" enabled="1" method="Privileged" siteId="{b9fec68c-c92d-461e-9a97-3d03a0f18b82}" contentBits="1" removed="0"/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4139</TotalTime>
  <Words>78</Words>
  <Application>Microsoft Office PowerPoint</Application>
  <PresentationFormat>Custom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BC Sans</vt:lpstr>
      <vt:lpstr>Calibri</vt:lpstr>
      <vt:lpstr>Calibri Light</vt:lpstr>
      <vt:lpstr>Consolas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Strzelecki, Kiersten HLTH:EX</dc:creator>
  <cp:lastModifiedBy>Gundla, RanadheerReddy HLTH:EX</cp:lastModifiedBy>
  <cp:revision>47</cp:revision>
  <dcterms:created xsi:type="dcterms:W3CDTF">2023-11-23T22:37:36Z</dcterms:created>
  <dcterms:modified xsi:type="dcterms:W3CDTF">2026-05-01T01:07:28Z</dcterms:modified>
</cp:coreProperties>
</file>