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292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004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4" y="1695910"/>
            <a:ext cx="79996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endParaRPr lang="en-US" sz="14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512000" y="352800"/>
            <a:ext cx="838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096000" y="910800"/>
            <a:ext cx="6163200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442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10800" y="1584000"/>
            <a:ext cx="1051200" cy="10512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87C2DB-75E9-BC61-A004-3493C73FB218}"/>
              </a:ext>
            </a:extLst>
          </p:cNvPr>
          <p:cNvSpPr txBox="1"/>
          <p:nvPr/>
        </p:nvSpPr>
        <p:spPr>
          <a:xfrm>
            <a:off x="3027599" y="1123199"/>
            <a:ext cx="6177600" cy="35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9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2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endParaRPr lang="en-US" sz="1200" dirty="0">
              <a:solidFill>
                <a:srgbClr val="3B305B"/>
              </a:solidFill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 of units: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CONDITIONS: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{{ConditionAndDescription1}}</a:t>
            </a: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4178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Gundla, Ranadheer Reddy</cp:lastModifiedBy>
  <cp:revision>50</cp:revision>
  <dcterms:created xsi:type="dcterms:W3CDTF">2023-11-23T22:37:36Z</dcterms:created>
  <dcterms:modified xsi:type="dcterms:W3CDTF">2026-07-31T19:03:52Z</dcterms:modified>
</cp:coreProperties>
</file>