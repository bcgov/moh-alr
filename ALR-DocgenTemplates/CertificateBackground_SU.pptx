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82" d="100"/>
          <a:sy n="82" d="100"/>
        </p:scale>
        <p:origin x="248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rendra Patil, Kiran" userId="bd8726b3-9de5-4981-82ea-44e4ceaf49c4" providerId="ADAL" clId="{AEC3F5A0-79AE-4B5E-8160-C5BDCC55510A}"/>
    <pc:docChg chg="modSld">
      <pc:chgData name="Narendra Patil, Kiran" userId="bd8726b3-9de5-4981-82ea-44e4ceaf49c4" providerId="ADAL" clId="{AEC3F5A0-79AE-4B5E-8160-C5BDCC55510A}" dt="2024-08-07T10:09:43.513" v="8" actId="20577"/>
      <pc:docMkLst>
        <pc:docMk/>
      </pc:docMkLst>
      <pc:sldChg chg="modSp mod">
        <pc:chgData name="Narendra Patil, Kiran" userId="bd8726b3-9de5-4981-82ea-44e4ceaf49c4" providerId="ADAL" clId="{AEC3F5A0-79AE-4B5E-8160-C5BDCC55510A}" dt="2024-08-07T10:09:43.513" v="8" actId="20577"/>
        <pc:sldMkLst>
          <pc:docMk/>
          <pc:sldMk cId="1830213082" sldId="256"/>
        </pc:sldMkLst>
        <pc:spChg chg="mod">
          <ac:chgData name="Narendra Patil, Kiran" userId="bd8726b3-9de5-4981-82ea-44e4ceaf49c4" providerId="ADAL" clId="{AEC3F5A0-79AE-4B5E-8160-C5BDCC55510A}" dt="2024-08-07T10:09:43.513" v="8" actId="20577"/>
          <ac:spMkLst>
            <pc:docMk/>
            <pc:sldMk cId="1830213082" sldId="256"/>
            <ac:spMk id="9" creationId="{2661C2CE-7AAD-2E59-A527-EDBEF23061B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004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4" y="1695910"/>
            <a:ext cx="79996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endParaRPr lang="en-US" sz="14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512000" y="352800"/>
            <a:ext cx="838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096000" y="910800"/>
            <a:ext cx="6163200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442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10800" y="1584000"/>
            <a:ext cx="1051200" cy="10512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987C2DB-75E9-BC61-A004-3493C73FB218}"/>
              </a:ext>
            </a:extLst>
          </p:cNvPr>
          <p:cNvSpPr txBox="1"/>
          <p:nvPr/>
        </p:nvSpPr>
        <p:spPr>
          <a:xfrm>
            <a:off x="3027599" y="1123199"/>
            <a:ext cx="6177600" cy="35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9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2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endParaRPr lang="en-US" sz="1200" dirty="0">
              <a:solidFill>
                <a:srgbClr val="3B305B"/>
              </a:solidFill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 of units: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CONDITIONS: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{{ConditionAndDescription1}}</a:t>
            </a: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4178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Gundla, RanadheerReddy HLTH:EX</cp:lastModifiedBy>
  <cp:revision>49</cp:revision>
  <dcterms:created xsi:type="dcterms:W3CDTF">2023-11-23T22:37:36Z</dcterms:created>
  <dcterms:modified xsi:type="dcterms:W3CDTF">2026-07-29T19:27:41Z</dcterms:modified>
</cp:coreProperties>
</file>