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82" d="100"/>
          <a:sy n="82" d="100"/>
        </p:scale>
        <p:origin x="44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289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54613" y="1695910"/>
            <a:ext cx="10541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endParaRPr lang="en-US" sz="1400" dirty="0">
              <a:solidFill>
                <a:srgbClr val="3B305B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FC51F-4E8E-3399-8BFC-6415F21F1C0F}"/>
              </a:ext>
            </a:extLst>
          </p:cNvPr>
          <p:cNvSpPr txBox="1"/>
          <p:nvPr/>
        </p:nvSpPr>
        <p:spPr>
          <a:xfrm>
            <a:off x="1511084" y="352800"/>
            <a:ext cx="838077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096000" y="909114"/>
            <a:ext cx="6163200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4424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10800" y="1584000"/>
            <a:ext cx="1051200" cy="10512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BC559-FECA-DF64-7050-44F04C13DEE7}"/>
              </a:ext>
            </a:extLst>
          </p:cNvPr>
          <p:cNvSpPr txBox="1"/>
          <p:nvPr/>
        </p:nvSpPr>
        <p:spPr>
          <a:xfrm>
            <a:off x="3027600" y="1123200"/>
            <a:ext cx="6178979" cy="356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300"/>
              </a:spcAft>
            </a:pPr>
            <a:r>
              <a:rPr lang="en-US" sz="19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9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19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200000"/>
              </a:lnSpc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2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2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2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endParaRPr lang="en-US" sz="1200" dirty="0">
              <a:solidFill>
                <a:srgbClr val="3B305B"/>
              </a:solidFill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036983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rgbClr val="036983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rgbClr val="036983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 of units: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CONDITIONS: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{{ConditionAndDescription1}}</a:t>
            </a: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4286</TotalTime>
  <Words>78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Gundla, RanadheerReddy HLTH:EX</cp:lastModifiedBy>
  <cp:revision>47</cp:revision>
  <dcterms:created xsi:type="dcterms:W3CDTF">2023-11-23T22:37:36Z</dcterms:created>
  <dcterms:modified xsi:type="dcterms:W3CDTF">2026-07-29T19:23:16Z</dcterms:modified>
</cp:coreProperties>
</file>